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43" y="1436390"/>
            <a:ext cx="6705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Kindle Reviews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64108" y="2274590"/>
            <a:ext cx="36157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 &amp; User Insights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54326" y="2670770"/>
            <a:ext cx="423525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Processing | Classification Modeling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923907" y="3444180"/>
            <a:ext cx="32961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Recommendations for Product Excellence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34,660 Amazon Kindle reviews with 5-point ratings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NLP preprocessing + TF-IDF + Multi-model classification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vs. Negative sentiment detection and validation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key drivers and improvement opportunities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950541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28802"/>
            <a:ext cx="7924800" cy="1950541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Characteristics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Composition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reviews: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34,660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1636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Rating scale: 1-5 stars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05882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Unique reviewers: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26,788+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73360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205983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Cleaned records: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34,660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495502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Null values removed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785023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Language: English (standardized)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Classification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Classification: Positive vs. Negative Sentiment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1"/>
            <a:ext cx="762000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Sentiment (Rating ≥ 4):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user satisfaction, device meets expectations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Sentiment (Rating &lt; 4):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concerns, unmet expectations, technical issues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Positive Sentiment Drivers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Users appreciate value-for-money proposition relative to competitors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Usability: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"Fast," "easy," "beginner-friendly" indicate strong UX satisfaction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Fit: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Excellent reception from entry-level and family segment users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Issues: Negative Sentiment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Performance: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Short battery life major complaint across all user segments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Quality: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Display limitations vs. premium competitors (refresh rate, contrast)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Issues: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 stability, UI responsiveness, and bugs mentioned frequently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689695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167955"/>
            <a:ext cx="7924800" cy="1689695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 Performance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1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Approach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874341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Algorithm: Naive Bayes, Logistic Regression, Random Forest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2153148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Feature: TF-IDF vectorization (text to numeric)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431952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Validation: 80/20 train-test split, cross-validation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3396555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" y="3792638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ROC-AUC: Model discrimination ability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4071442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Precision/Recall: Balanced classification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838200" y="4350246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 importance: Top words driving sentiment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Influential Features (Top Keywords)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Indicators: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2072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Great, excellent, love, perfect, amazing, fast, easy, recommend, value, satisfied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007794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Indicators: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600" y="2400202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Poor, waste, broken, disappointment, defective, slow, issue, problem, battery, screen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63"/>
            <a:ext cx="7924800" cy="1132086"/>
          </a:xfrm>
          <a:prstGeom prst="rect">
            <a:avLst/>
          </a:prstGeom>
          <a:solidFill>
            <a:srgbClr val="E0F2F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86548"/>
            <a:ext cx="7924800" cy="1132086"/>
          </a:xfrm>
          <a:prstGeom prst="rect">
            <a:avLst/>
          </a:prstGeom>
          <a:solidFill>
            <a:srgbClr val="DCFC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47232"/>
            <a:ext cx="7924800" cy="1132086"/>
          </a:xfrm>
          <a:prstGeom prst="rect">
            <a:avLst/>
          </a:prstGeom>
          <a:solidFill>
            <a:srgbClr val="FECAC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463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Battery Enhancement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950541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battery life targeting 2-3 weeks (from current 1-2 weeks).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915148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Software Quality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3311230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app stability and UI responsiveness through QA and optimization.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4275832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Display Upgrade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671915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higher refresh rate and contrast for premium variant.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Execution Timeline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Battery R&amp;D; prototype testing for extended battery variant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 stack review; release stability patches and UI improvements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Launch optimized models; retest sentiment from new reviews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 impact; target ≥65% positive sentiment by year-end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82" y="609600"/>
            <a:ext cx="256023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996380"/>
            <a:ext cx="7924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Kindle has clear competitive advantages in price and UX, but battery life and software quality are critical blockers to market expansion. </a:t>
            </a:r>
            <a:endParaRPr lang="en-US" sz="1500" dirty="0"/>
          </a:p>
          <a:p>
            <a:pPr algn="ctr" indent="0" marL="0">
              <a:lnSpc>
                <a:spcPts val="2700"/>
              </a:lnSpc>
              <a:buNone/>
            </a:pPr>
            <a:endParaRPr lang="en-US" sz="1500" dirty="0"/>
          </a:p>
          <a:p>
            <a:pPr algn="ctr" indent="0" marL="0">
              <a:lnSpc>
                <a:spcPts val="27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lnSpc>
                <a:spcPts val="2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investment in these three areas will unlock significant sentiment improvement and revenue growth.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2025-12-16T04:54:02Z</dcterms:created>
  <dcterms:modified xsi:type="dcterms:W3CDTF">2025-12-16T04:54:02Z</dcterms:modified>
</cp:coreProperties>
</file>